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 Chatbot for Lead Generation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Prepared for Marketing Clients by LA Digital Agency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Slow customer response times</a:t>
            </a:r>
          </a:p>
          <a:p>
            <a:r>
              <a:t>• Lost leads from websites and social media</a:t>
            </a:r>
          </a:p>
          <a:p>
            <a:r>
              <a:t>• Manual handling of customer inquiries</a:t>
            </a:r>
          </a:p>
          <a:p>
            <a:r>
              <a:t>• Low conversion rates due to delayed engagement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AI Chatbot acts as your 24/7 Digital Sales Assistant:</a:t>
            </a:r>
          </a:p>
          <a:p/>
          <a:p>
            <a:r>
              <a:t>• Automatically responds to visitors instantly</a:t>
            </a:r>
          </a:p>
          <a:p>
            <a:r>
              <a:t>• Captures lead information without human intervention</a:t>
            </a:r>
          </a:p>
          <a:p>
            <a:r>
              <a:t>• Qualifies leads by budget and interest level</a:t>
            </a:r>
          </a:p>
          <a:p>
            <a:r>
              <a:t>• Hands off high-quality leads to your sales team in real-time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Instant AI Replies</a:t>
            </a:r>
          </a:p>
          <a:p>
            <a:r>
              <a:t>• Smart Lead Capture Forms</a:t>
            </a:r>
          </a:p>
          <a:p>
            <a:r>
              <a:t>• Budget &amp; Interest Qualification</a:t>
            </a:r>
          </a:p>
          <a:p>
            <a:r>
              <a:t>• WhatsApp &amp; Website Integration</a:t>
            </a:r>
          </a:p>
          <a:p>
            <a:r>
              <a:t>• CRM &amp; Google Sheets Sync</a:t>
            </a:r>
          </a:p>
          <a:p>
            <a:r>
              <a:t>• Automated Appointment Booking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Chatbot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chatbot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096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743200"/>
              </a:tblGrid>
              <a:tr h="762000">
                <a:tc>
                  <a:txBody>
                    <a:bodyPr/>
                    <a:lstStyle/>
                    <a:p>
                      <a:r>
                        <a:t>Service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Investment (PKR)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One-time Setup Fee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80,000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Monthly Maintenance &amp; AI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25,000 / 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30% Increase in Lead Volume</a:t>
            </a:r>
          </a:p>
          <a:p>
            <a:r>
              <a:t>• 90% Faster Response Times</a:t>
            </a:r>
          </a:p>
          <a:p>
            <a:r>
              <a:t>• 50% Reduction in Manual Qualifying Work</a:t>
            </a:r>
          </a:p>
          <a:p>
            <a:r>
              <a:t>• Higher Conversion Rates from Web Traffic</a:t>
            </a:r>
          </a:p>
          <a:p>
            <a:r>
              <a:t>• Superior Customer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&amp; Streamlit (Core Engine)</a:t>
            </a:r>
          </a:p>
          <a:p>
            <a:r>
              <a:t>• LangChain (LLM Orchestration)</a:t>
            </a:r>
          </a:p>
          <a:p>
            <a:r>
              <a:t>• OpenAI API (Natural Language Understanding)</a:t>
            </a:r>
          </a:p>
          <a:p>
            <a:r>
              <a:t>• FAISS (Vector Store for Knowledge Base)</a:t>
            </a:r>
          </a:p>
          <a:p>
            <a:r>
              <a:t>• Google Sheets API (Data Storage)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Day 1-2: Development &amp; Customization</a:t>
            </a:r>
          </a:p>
          <a:p>
            <a:r>
              <a:t>Day 3: Intensive Testing &amp; Refinement</a:t>
            </a:r>
          </a:p>
          <a:p>
            <a:r>
              <a:t>Day 4: Final Deployment &amp; Live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Contact LA Digital Agency to get started.</a:t>
            </a:r>
          </a:p>
          <a:p>
            <a:r>
              <a:t>Email: info@ladigital.agency | Web: www.ladigital.agency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