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AI CHATBOT FOR LEAD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FFB4"/>
                </a:solidFill>
              </a:defRPr>
            </a:pPr>
            <a:r>
              <a:t>LA Digital Agency • Premium Automation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B4"/>
                </a:solidFill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Issues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6576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Slow Response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Customers wait too long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463040"/>
            <a:ext cx="36576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Lost Leads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No instant engagement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36576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Manual Work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 workload on staff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657600"/>
            <a:ext cx="36576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Low Conversion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Delayed replies lose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B4"/>
                </a:solidFill>
              </a:defRPr>
            </a:pPr>
            <a:r>
              <a:t>AI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24/7 AI Sales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 Automation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replies • Lead capture • Qualification • CRM sync • WhatsApp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CHATBOT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AI Replies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CHATBOT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AI Replies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 Lead Capture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CHATBOT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AI Replies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 Lead Capture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WhatsApp Integration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CHATBOT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AI Replies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 Lead Capture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WhatsApp Integration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CRM Sync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CHATBOT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AI Replies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 Lead Capture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WhatsApp Integration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CRM Sync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0175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 Booking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AI CHATBOT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Instant AI Replies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Smart Lead Capture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WhatsApp Integration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CRM Sync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0175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 Booking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0175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Lead Qualification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AI-powered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Expected ROI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30% more leads</a:t>
            </a:r>
            <a:br/>
            <a:r>
              <a:t>• 90% faster replies</a:t>
            </a:r>
            <a:br/>
            <a:r>
              <a:t>• 50% less manual workload</a:t>
            </a:r>
            <a:br/>
            <a:r>
              <a:t>• Higher conversions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B4"/>
                </a:solidFill>
              </a:defRPr>
            </a:pPr>
            <a:r>
              <a:t>PRICING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Investment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Setup Fee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PKR 80,000</a:t>
            </a:r>
            <a:br/>
            <a:r>
              <a:t>One-time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6576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00F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Monthly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PKR 25,000</a:t>
            </a:r>
            <a:br/>
            <a:r>
              <a:t>AI + Maintenance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FFB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LA Digital Agency | info@ladigital.agency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